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4" d="100"/>
          <a:sy n="44" d="100"/>
        </p:scale>
        <p:origin x="86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21018-4C4B-4670-B0A0-C1592CE5C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0C4ABC-E68B-403C-B73C-B106BB977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A0694-59C0-49A6-A43C-A0F3FE52B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5FA7-8A92-40AA-8397-7661E6A275B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BB060-8332-4E02-8368-76C6022C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0C43D-898F-4084-8CFE-D4D3DEC5D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2854-2E3F-4A6A-93A6-728D89550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7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48574-85AE-4C02-8041-C84ADBF16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18615-EE8E-4C0F-9D2F-2FA20CBF1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2EC07-70B4-4CBB-BC25-73FE5377C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5FA7-8A92-40AA-8397-7661E6A275B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745C9-A5CE-4B8D-B61D-3C8BC50C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1FB49-EC0A-4189-96E8-E4AD3AB0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2854-2E3F-4A6A-93A6-728D89550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7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CD5D0-0088-4EAE-802A-C0BF9E41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79AA9-8BAF-4D4F-86CC-020C76CA4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E9C6B-EFFD-428A-8EA5-8D1D4C5F7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5FA7-8A92-40AA-8397-7661E6A275B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5BF00-DD52-42F3-ABDF-5F6F35142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3CEDA-551B-4CB9-BA27-9FB39C1D2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2854-2E3F-4A6A-93A6-728D89550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03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ADC1F-7229-48D7-A4A2-5A233781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76D0E-ACA4-4888-BC8C-A7B2F61E0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8C241-381C-4EB7-A614-5EA4A507F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67DC7-E94D-4C09-928E-764C545E8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5FA7-8A92-40AA-8397-7661E6A275B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D1FBF-088A-4D69-BB17-1A925C216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1DA1D-96A6-47E7-BD0D-69CACF7C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2854-2E3F-4A6A-93A6-728D89550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22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EAF41-CBD7-4A51-BFED-7F7AF609B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A5122-C690-4CD7-BF62-F320C40D5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1DEEB-CB4B-463E-BF98-E4B67394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CA9C6E-B51C-4B6C-9F16-F0626CEAF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4273ED-889F-4894-8502-85C6B4CCC7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E5AF84-700F-470D-8F97-AED171F3F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5FA7-8A92-40AA-8397-7661E6A275B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BB5ED9-BFFB-4541-88FB-B2B4B1E18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429F63-344D-46A3-A364-230A2DDF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2854-2E3F-4A6A-93A6-728D89550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BD9-A627-49B8-A94D-1FF40C3DE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4929F-AC75-43D5-AE54-91CA27134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5FA7-8A92-40AA-8397-7661E6A275B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DBDC32-4807-449C-9963-A962DF508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A9BB7-D879-41E5-9869-36D898525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2854-2E3F-4A6A-93A6-728D89550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10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DA1B03-6BEF-496C-A505-AEB51C94C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5FA7-8A92-40AA-8397-7661E6A275B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794B28-DB36-487F-A9F3-DC81AAEBB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F983A-0B18-4B7F-8EE8-4ADE1FE0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2854-2E3F-4A6A-93A6-728D89550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7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01B3B-6BA7-4775-BD1D-B1DB84A5F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CE7E8-9A46-4FB2-8634-7C96F50E4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F3FC8-260A-4721-95BB-E6C8BAFDD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E97D9-2708-405A-8DA6-457858BC8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5FA7-8A92-40AA-8397-7661E6A275B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8FFFB-8772-44AD-B941-B58CFA46F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E8F47F-BACE-4390-83EA-AD9FF128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2854-2E3F-4A6A-93A6-728D89550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1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23209-5AC1-4544-8C1E-0D02F3BBC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A0C24-4425-462A-9B1B-4DD72F5BB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B5BA6-D9FD-47CF-A2D8-BF518CBFB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BD408-C9DE-47FB-ABC0-C03F448AE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5FA7-8A92-40AA-8397-7661E6A275B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B0312-D3CC-42AD-B305-10983CAA0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FCB2D-8964-4EAF-9A1B-4AB771DFC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2854-2E3F-4A6A-93A6-728D89550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34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89B82-B738-4B07-9FBF-2CBD4EDD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97BC81-FB91-4AB3-AFCE-2F4354804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B95CA-2786-4B64-B437-4201E1135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5FA7-8A92-40AA-8397-7661E6A275B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F0384-9FD7-4BD0-92E8-679E409FD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A971B-933C-4290-BEB1-2CFD4C13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2854-2E3F-4A6A-93A6-728D89550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838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EF1806-632E-4BD2-ACC1-D78EC84D5B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D3A74-BB94-4825-A2BC-C36E2B870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0EFA4-BB0D-432D-BDCD-58533F2E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5FA7-8A92-40AA-8397-7661E6A275B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937C9-2790-498A-94D1-37A7723D9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B13AE-D68E-47ED-90F1-CF6CE3ED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2854-2E3F-4A6A-93A6-728D89550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13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27F647-A8DB-4171-82FB-63FB41C28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1E7D3-A385-4FD3-8AD8-3609ABB69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CB5A-0165-4B54-90D3-5689AE39F7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F5FA7-8A92-40AA-8397-7661E6A275B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27C48-5294-4E76-973D-E4FF82EC7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1AA0D-4D08-422F-94BB-7BFB429305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D2854-2E3F-4A6A-93A6-728D89550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4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2C35-C5ED-4A8E-A5CD-76A208FAA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0040"/>
            <a:ext cx="9144000" cy="1655763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7C243-8006-4964-9189-35D39A335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05940"/>
            <a:ext cx="12192000" cy="5052060"/>
          </a:xfrm>
        </p:spPr>
        <p:txBody>
          <a:bodyPr/>
          <a:lstStyle/>
          <a:p>
            <a:r>
              <a:rPr lang="en-US" dirty="0"/>
              <a:t>A US Based Ecommerce Sales Company wants us to create a Sales Dashboard Showing information of YTD Sales and generate for below scenarios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Create a KPI Banner showing YTD sales, YTD </a:t>
            </a:r>
            <a:r>
              <a:rPr lang="en-US" err="1"/>
              <a:t>profit</a:t>
            </a:r>
            <a:r>
              <a:rPr lang="en-US"/>
              <a:t>, YTD </a:t>
            </a:r>
            <a:r>
              <a:rPr lang="en-US" dirty="0"/>
              <a:t>Quantity sold, YTD Profit Margin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Find Year on Year growth for each KPI and show a YTD sparkline for each measure in the </a:t>
            </a:r>
            <a:r>
              <a:rPr lang="en-US" dirty="0" err="1"/>
              <a:t>kpi</a:t>
            </a:r>
            <a:r>
              <a:rPr lang="en-US" dirty="0"/>
              <a:t> to understand the monthly trend for each fact.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Find YTD sales, PYTD Sales, YoY Sales growth for different customer category, Add a trend icon for each category.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Find YTD Sales performance by each state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Top 5 and bottom 5 products by sales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YTD Sales by Region to know the best and worst performing region all over the country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YTD Sales by Shipping Type to get the best shipping type percentage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764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Problem Statement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creator>mutunga festus</dc:creator>
  <cp:lastModifiedBy>mutunga festus</cp:lastModifiedBy>
  <cp:revision>3</cp:revision>
  <dcterms:created xsi:type="dcterms:W3CDTF">2025-12-05T17:35:47Z</dcterms:created>
  <dcterms:modified xsi:type="dcterms:W3CDTF">2025-12-06T05:55:00Z</dcterms:modified>
</cp:coreProperties>
</file>